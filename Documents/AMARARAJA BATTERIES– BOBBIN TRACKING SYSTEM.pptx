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8"/>
  </p:notesMasterIdLst>
  <p:sldIdLst>
    <p:sldId id="256" r:id="rId5"/>
    <p:sldId id="277" r:id="rId6"/>
    <p:sldId id="288" r:id="rId7"/>
    <p:sldId id="285" r:id="rId8"/>
    <p:sldId id="278" r:id="rId9"/>
    <p:sldId id="279" r:id="rId10"/>
    <p:sldId id="280" r:id="rId11"/>
    <p:sldId id="281" r:id="rId12"/>
    <p:sldId id="282" r:id="rId13"/>
    <p:sldId id="283" r:id="rId14"/>
    <p:sldId id="286" r:id="rId15"/>
    <p:sldId id="287" r:id="rId16"/>
    <p:sldId id="28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MASTER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TRANSACTIONS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REPORTS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/>
      <dgm:spPr>
        <a:solidFill>
          <a:schemeClr val="accent1"/>
        </a:solidFill>
      </dgm:spPr>
    </dgm:pt>
    <dgm:pt modelId="{7C175B98-93F4-4D7C-BB95-1514AB879CD5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/>
      <dgm:spPr>
        <a:solidFill>
          <a:schemeClr val="accent1"/>
        </a:solidFill>
      </dgm:spPr>
    </dgm:pt>
    <dgm:pt modelId="{DB4CA7C4-FCA1-4127-B20A-2A5C031A3CF4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/>
      <dgm:spPr>
        <a:solidFill>
          <a:schemeClr val="accent1"/>
        </a:solidFill>
      </dgm:spPr>
    </dgm:pt>
    <dgm:pt modelId="{39509775-983E-4110-B989-EE2CD6514BE0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400" kern="1200" dirty="0"/>
            <a:t>MASTER</a:t>
          </a:r>
        </a:p>
      </dsp:txBody>
      <dsp:txXfrm>
        <a:off x="54974" y="2798862"/>
        <a:ext cx="2868750" cy="720000"/>
      </dsp:txXfrm>
    </dsp:sp>
    <dsp:sp modelId="{BCD8CDD9-0C56-4401-ADB1-8B48DAB2C96F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400" kern="1200" dirty="0"/>
            <a:t>TRANSACTIONS</a:t>
          </a:r>
        </a:p>
      </dsp:txBody>
      <dsp:txXfrm>
        <a:off x="3425756" y="2798862"/>
        <a:ext cx="2868750" cy="720000"/>
      </dsp:txXfrm>
    </dsp:sp>
    <dsp:sp modelId="{FF93E135-77D6-48A0-8871-9BC93D705D06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400" kern="1200" dirty="0"/>
            <a:t>REPORTS</a:t>
          </a:r>
        </a:p>
      </dsp:txBody>
      <dsp:txXfrm>
        <a:off x="6796537" y="2798862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29-October10-2021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C0B5658-9A83-4338-BC9D-DF3855C3B42A}" type="datetime1">
              <a:rPr lang="en-US" smtClean="0"/>
              <a:t>29-October10-2021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98E83-A7BE-45C8-BE30-32B788D36407}" type="datetime1">
              <a:rPr lang="en-US" smtClean="0"/>
              <a:t>29-October10-2021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9960-C4E4-476F-9FC2-D14D237D5FA8}" type="datetime1">
              <a:rPr lang="en-US" smtClean="0"/>
              <a:t>29-October10-2021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F65F-19D9-43CA-A443-937CAC0893BE}" type="datetime1">
              <a:rPr lang="en-US" smtClean="0"/>
              <a:t>29-October10-2021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F340-2673-4CA3-96EC-5E7F07371AE2}" type="datetime1">
              <a:rPr lang="en-US" smtClean="0"/>
              <a:t>29-October10-2021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C3A2-D74A-47E9-AB99-4962FC5893DE}" type="datetime1">
              <a:rPr lang="en-US" smtClean="0"/>
              <a:t>29-October10-2021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392F-D5B3-42DD-AC08-FDE242AFAA91}" type="datetime1">
              <a:rPr lang="en-US" smtClean="0"/>
              <a:t>29-October10-2021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F67D-E191-4266-9D5E-3253F9CBAF34}" type="datetime1">
              <a:rPr lang="en-US" smtClean="0"/>
              <a:t>29-October10-2021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983C-26FC-4F5E-B30C-2BC22C3D54A1}" type="datetime1">
              <a:rPr lang="en-US" smtClean="0"/>
              <a:t>29-October10-2021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70172-CE3F-42CA-B3FB-3071C4E96D93}" type="datetime1">
              <a:rPr lang="en-US" smtClean="0"/>
              <a:t>29-October10-2021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5984-7A3E-46AB-86EC-BDD997B60A3F}" type="datetime1">
              <a:rPr lang="en-US" smtClean="0"/>
              <a:t>29-October10-2021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C099EB3-A126-405A-AA97-8E025B859331}" type="datetime1">
              <a:rPr lang="en-US" smtClean="0"/>
              <a:t>29-October10-2021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note-thank-thank-you-note-1428147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AMARARAJA BATTERIES– BOBBIN TRACKING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Genuine IT Solution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MODULES</a:t>
            </a:r>
          </a:p>
        </p:txBody>
      </p:sp>
      <p:graphicFrame>
        <p:nvGraphicFramePr>
          <p:cNvPr id="5" name="Content Placeholder 2" descr="SmartArt graphic placeholder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6923554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064E0-E1EE-42B6-AFDC-64BAB791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CE547-D445-48F1-A214-CFBA2F47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D9D0-96F9-46B5-8B24-21285368C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Modification – bobbin loading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3A6A4B4-6F93-41C8-B4E7-FB93F4CCD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1707292"/>
            <a:ext cx="9325819" cy="460143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B5FCA6-0198-44A8-A619-C6C67D0E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54859-77AE-40A4-8B42-2E4E7541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666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B34FB-E337-49E3-967D-1EEFCA657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E2AC37A-FFBC-4F3B-944A-CC9C25273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3269" y="1628884"/>
            <a:ext cx="8905461" cy="474610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4AA0C4-748A-4BA7-8715-C82523D0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BFF7A-78C2-4F2E-81C3-8FA49963E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341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7E051-C92A-4DB7-9D79-366B7596C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– BOBBIN MASTER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8DBE45-D9EC-44F0-9DBE-A21825781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1062" y="1828800"/>
            <a:ext cx="8406013" cy="4479925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76111-D415-4C40-9300-75762518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9B1EC-BA2F-48CB-BA6E-12245383D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17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3722E-9E93-4F25-AF99-143E81D9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BOBBIN MASTER – ADD NEW BOBBIN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03F69-6918-434F-8096-500C3F395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96F3D-DBB3-495B-912C-A6ECEA791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953195"/>
            <a:ext cx="8994515" cy="479356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E9DBE-CD40-4D97-816A-1215617F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4F2AE-F176-44B0-A8DE-12E9C1A6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07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C628-7FFE-49E6-9BB2-C3D277AD5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– BOBBIN LOADING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19F107-9FCD-4C2F-834C-62D926228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5123" y="1897144"/>
            <a:ext cx="8210336" cy="4375640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57628-4376-4610-B673-D0DB61E5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09E54-7F12-4B39-84A9-970B81E6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934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A7D2-8775-4E92-A80C-A213FEB4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– BOBBIN UNLOADING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C79E1-1E66-4C92-898E-2FF240B13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BC401-D2AC-4083-888D-A29DFDDDC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67" y="1784992"/>
            <a:ext cx="9166794" cy="4654288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A586E-130F-4A61-8D4D-06D7C4DD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415FD-F428-4B84-A503-171EDCEE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559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09528-230E-41A5-97A2-A4AA7E007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– BOBBIN RETURN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EF84F6-83DE-4436-BAB3-ECFF425B3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1700094"/>
            <a:ext cx="9296400" cy="4572690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E797F-8C65-4D58-B062-7D6835E6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CE15F-5B48-4DD0-9EF4-45EFC124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52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85EA-A2C5-4880-91C5-41B55F3C9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– bobbin summary report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B9993D-382C-430B-868C-F00BFBBE66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314" y="1747062"/>
            <a:ext cx="8668886" cy="4525722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1DAD5-BB77-4970-98E1-0FACFBE9A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06B9E-27C7-4BBA-BAE4-78BFD4E9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595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FAED-77D8-4224-92B7-71D1DBEA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 – user master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998EDC4-8990-4FD3-B64F-02C20EAA4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849" y="1779607"/>
            <a:ext cx="8430879" cy="449317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E24B0-73BC-41EC-A0DC-A0C17ED7C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650EB-B252-4E4C-8B52-2E00C9ECF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787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27000-B1FA-47AB-8190-7612116A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 – rights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C85F5-FAC4-46EB-8981-6A7DB6D6A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B439D-6802-4FD6-9159-613D51FF5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GENUINE IT SOLUTION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4FD00E-03EB-4D8E-8D3F-69A42590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0642A8-2F85-44DA-927B-07F71BB11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89" y="1799410"/>
            <a:ext cx="8399333" cy="45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916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E531-2263-44AC-BCA1-0D118CD4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D548D3-5BB6-4C6F-990B-4C6FB2F0B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12250" y="1740275"/>
            <a:ext cx="3883047" cy="4022725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0A775-533C-4204-B004-569006DF7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GENUINE IT SOLUTION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A92FE-819B-42FA-95A7-6B9DA688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9494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25</TotalTime>
  <Words>103</Words>
  <Application>Microsoft Office PowerPoint</Application>
  <PresentationFormat>Widescreen</PresentationFormat>
  <Paragraphs>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Tw Cen MT</vt:lpstr>
      <vt:lpstr>Tw Cen MT Condensed</vt:lpstr>
      <vt:lpstr>Wingdings 3</vt:lpstr>
      <vt:lpstr>Integral</vt:lpstr>
      <vt:lpstr>AMARARAJA BATTERIES– BOBBIN TRACKING SYSTEM</vt:lpstr>
      <vt:lpstr>MODULES</vt:lpstr>
      <vt:lpstr>Modification – bobbin loading</vt:lpstr>
      <vt:lpstr>Login </vt:lpstr>
      <vt:lpstr>MASTER – BOBBIN MASTER</vt:lpstr>
      <vt:lpstr>BOBBIN MASTER – ADD NEW BOBBIN</vt:lpstr>
      <vt:lpstr>TRANSACTION – BOBBIN LOADING</vt:lpstr>
      <vt:lpstr>TRANSACTION – BOBBIN UNLOADING</vt:lpstr>
      <vt:lpstr>TRANSACTION – BOBBIN RETURN</vt:lpstr>
      <vt:lpstr>Report – bobbin summary report</vt:lpstr>
      <vt:lpstr>Settings – user master</vt:lpstr>
      <vt:lpstr>Settings – rights assignment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AMARARAJA BATTERIES– BOBBIN TRACKING SYSTEM</dc:title>
  <dc:creator>Xavi S</dc:creator>
  <cp:lastModifiedBy>Xavi S</cp:lastModifiedBy>
  <cp:revision>3</cp:revision>
  <dcterms:created xsi:type="dcterms:W3CDTF">2021-10-19T14:55:23Z</dcterms:created>
  <dcterms:modified xsi:type="dcterms:W3CDTF">2021-10-29T11:53:43Z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